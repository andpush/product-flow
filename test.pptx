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0"/>
            <a:ext cx="8595360" cy="457200"/>
          </a:xfrm>
        </p:spPr>
        <p:txBody>
          <a:bodyPr wrap="none" anchor="t" lIns="45720" tIns="22860" rIns="45720" bIns="2286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/>
            </a:pPr>
            <a:r>
              <a:rPr b="1" sz="3200">
                <a:solidFill>
                  <a:srgbClr val="364F6B"/>
                </a:solidFill>
                <a:latin typeface="Heebo"/>
              </a:rPr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0"/>
          </a:xfrm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8595360" cy="42519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:lvl="1" a:marL="914400" a:indent="-228600">
              <a:buChar char="◦"/>
              <a:buClr>
                <a:srgbClr val="364F6B"/>
              </a:buClr>
            </a:pPr>
            <a:r>
              <a:rPr>
                <a:solidFill>
                  <a:srgbClr val="000000"/>
                </a:solidFill>
                <a:latin typeface="Heebo"/>
              </a:rPr>
              <a:t>First item</a:t>
            </a:r>
          </a:p>
          <a:p>
            <a:pPr a:lvl="1" a:marL="914400" a:indent="-228600">
              <a:buChar char="◦"/>
              <a:buClr>
                <a:srgbClr val="364F6B"/>
              </a:buClr>
            </a:pPr>
            <a:r>
              <a:rPr>
                <a:solidFill>
                  <a:srgbClr val="000000"/>
                </a:solidFill>
                <a:latin typeface="Heebo"/>
              </a:rPr>
              <a:t>Second item</a:t>
            </a:r>
          </a:p>
          <a:p>
            <a:pPr a:lvl="1" a:marL="914400" a:indent="-228600">
              <a:buChar char="◦"/>
              <a:buClr>
                <a:srgbClr val="364F6B"/>
              </a:buClr>
            </a:pPr>
            <a:r>
              <a:rPr>
                <a:solidFill>
                  <a:srgbClr val="000000"/>
                </a:solidFill>
                <a:latin typeface="Heebo"/>
              </a:rPr>
              <a:t>Nested item</a:t>
            </a:r>
          </a:p>
          <a:p>
            <a:pPr a:lvl="1" a:marL="914400" a:indent="-228600">
              <a:buChar char="◦"/>
              <a:buClr>
                <a:srgbClr val="364F6B"/>
              </a:buClr>
            </a:pPr>
            <a:r>
              <a:rPr>
                <a:solidFill>
                  <a:srgbClr val="000000"/>
                </a:solidFill>
                <a:latin typeface="Heebo"/>
              </a:rPr>
              <a:t>Third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